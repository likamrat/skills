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60EC7-D383-1807-4594-D6B7C0485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7B655-E97E-65C3-B7D8-0DD8B5321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9011B-BBB2-7C58-8627-BD302AC2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3C9CC-C465-4815-925D-0479A237C8B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1C8AF-E95D-D248-7AB8-8F7E49F08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986DD-9D17-FC47-27A7-8A03D8575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FC1D0-3926-4CE9-AE92-968D0F50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19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BAB2F-E603-946F-FA72-65F15F08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DCCEB-E5EF-008E-82A6-7809BA8A1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C4A67-7AA8-44E0-3A53-8E774D57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3C9CC-C465-4815-925D-0479A237C8B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575D3-4D96-9C9A-B48E-3BCB314AD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5A849-46E2-7E92-BABE-01F97B5AF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FC1D0-3926-4CE9-AE92-968D0F50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92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73FC2-54C6-C96E-24A4-2ED857319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E1FFB-DF27-F2D4-88E2-CE7700C7E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3B5D4-4258-9AC1-0494-7A8ABC962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3C9CC-C465-4815-925D-0479A237C8B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8442D-A45E-FF1D-9DC3-8DDB54BE0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16576-556D-6A89-49DD-086748E5A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FC1D0-3926-4CE9-AE92-968D0F50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92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98AB-7878-1043-7700-65CADE7A1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80819-CAD4-23B7-0394-FB5E94549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64736-8B28-4E87-1F6E-A9D035B7E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B3625-84D1-DE5B-B05F-0143CB56B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3C9CC-C465-4815-925D-0479A237C8B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08AC9-5C4B-C479-5352-9664675C4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F4DFC-7E6C-CD6E-BF95-E5C1E95E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FC1D0-3926-4CE9-AE92-968D0F50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42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2DAD-146C-A685-B914-F9E5D00DD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F3723-FC1B-E767-024D-3608922A9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4023A-FE28-381F-2CDB-B4BB55D01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28EF26-E156-C28D-140D-CF8EB8011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1B7E8-6462-66ED-3DF7-39F761B1EF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0FDFA9-A274-1DF7-E449-E30E042D5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3C9CC-C465-4815-925D-0479A237C8B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4439E0-7E90-778E-8740-9690A652F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CF44B5-6245-56E0-5B7F-B485A1163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FC1D0-3926-4CE9-AE92-968D0F50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127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6C809-6CB7-EE4C-787C-CC9DAEEC1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BA3936-48C8-760D-9398-88F22796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3C9CC-C465-4815-925D-0479A237C8B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6AAC67-4475-E739-D7A4-849C4E05C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E940F-BD20-61C6-ACFD-B0C8C33F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FC1D0-3926-4CE9-AE92-968D0F50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77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0A278D-4408-9DBE-CF1B-5B52793C5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3C9CC-C465-4815-925D-0479A237C8B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E3E553-5DCD-FC39-8060-DFEB23CB4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7F448-5468-6046-8997-2AF54C941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FC1D0-3926-4CE9-AE92-968D0F50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002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E2613-EDC1-6F74-C92A-09501B54D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00439-6E63-A37B-324B-5D65A838E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EB5C9-B6D0-C747-CF12-5F5FD21CA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23823-1FCC-45D8-3DD8-6D90A51A4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3C9CC-C465-4815-925D-0479A237C8B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65F3A-73F8-B73F-7C07-808CF33B2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BA998-D7A8-3554-D534-78F0C173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FC1D0-3926-4CE9-AE92-968D0F50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46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860C-DB17-68D5-AF89-D83046019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ECDE00-05C9-6482-7681-6B62992C00B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FEED1-8C21-487B-8608-87EAB5681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B97B2-B0E0-B7AD-6429-A1597DBC6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3C9CC-C465-4815-925D-0479A237C8B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A10B5-3D57-00C5-9E3B-45DA49250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D3F63-E94A-90A1-70B3-29DF43FA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FC1D0-3926-4CE9-AE92-968D0F50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47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8A86A-472E-595B-CCA7-67F0D09EC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B364E1-062F-1A27-D01F-FD6B2641D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39D0E-E614-A90D-C033-1934C677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3C9CC-C465-4815-925D-0479A237C8B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6D35C-FB1A-8BE9-3EB5-DA7367269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30FBA-972E-E028-BF98-5DF98082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FC1D0-3926-4CE9-AE92-968D0F50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1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561C92-2CA1-7740-C293-32AB39874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B5715-C9A4-5B2D-4CA2-ADABD1C1F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8FD2B-A9B8-DE72-0BE6-A09FEA614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3C9CC-C465-4815-925D-0479A237C8B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26030-CF01-C845-A655-82B57080E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E502A-FA6D-6D36-3AF5-B6109AE97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FC1D0-3926-4CE9-AE92-968D0F50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01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1507E-7F29-1034-D2D5-25E85E1D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202C2-40A6-A7B0-9CCB-642A6734E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9CE7E-ADB6-6C25-5F51-E213F1AA26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93C9CC-C465-4815-925D-0479A237C8B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61CF5-CD46-E513-C707-8E57C7EAB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8D384-81EE-DDD3-359C-EC133061F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5FC1D0-3926-4CE9-AE92-968D0F50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37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9741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Lior Kamrat</dc:creator>
  <cp:lastModifiedBy>Lior Kamrat</cp:lastModifiedBy>
  <cp:revision>1</cp:revision>
  <dcterms:created xsi:type="dcterms:W3CDTF">2026-08-26T12:57:40Z</dcterms:created>
  <dcterms:modified xsi:type="dcterms:W3CDTF">2026-08-26T12:57:40Z</dcterms:modified>
</cp:coreProperties>
</file>